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Dirbtinis intelektas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Paieškos algoritmai ir AIMA architektūra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3200400" y="3017520"/>
            <a:ext cx="27432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Jaroslav Vetrenko  •  Mantas Kubilius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Užduotys 1.2 – 1.3 – 1.4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D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Turinys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45920" y="12618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Paieškos algoritmų analizė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45920" y="15727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EightPuzzle ir GraphMapProblem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10312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45920" y="21762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BFS, DFS ir euristikos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4871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Eilės, stekai ir A* algoritmas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01752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017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45920" y="30906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Architektūra ir Debug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45920" y="34015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Problem, Node klasės ir kodo trasavimas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931920"/>
            <a:ext cx="64008" cy="731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45920" y="400507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Savo uždavinys – Farmer Problem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645920" y="431596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Fermeris, lapė, višta ir grūdai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EightPuzzle – 8 plytelių dėlionė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Būsena: tuple iš 9 elementų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= tuščia vieta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840480" cy="2011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Pradinė būsena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(2, 4, 3, 1, 5, 6, 7, 8, 0)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60020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10312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9728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60020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002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210312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97280" y="315468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600200" y="315468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002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103120" y="3154680"/>
            <a:ext cx="502920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031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846320" y="1371600"/>
            <a:ext cx="3840480" cy="20116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Galinė būsena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(1, 2, 3, 4, 5, 6, 7, 8, 0)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8932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922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548640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598932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651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486400" y="315468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48640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989320" y="3154680"/>
            <a:ext cx="502920" cy="502920"/>
          </a:xfrm>
          <a:prstGeom prst="rect">
            <a:avLst/>
          </a:prstGeom>
          <a:solidFill>
            <a:srgbClr val="1A2332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8932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92240" y="3154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endParaRPr lang="en-US" sz="1800" dirty="0"/>
          </a:p>
        </p:txBody>
      </p:sp>
      <p:pic>
        <p:nvPicPr>
          <p:cNvPr id="4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3400" y="2377440"/>
            <a:ext cx="457200" cy="4572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Kintamieji</a:t>
            </a:r>
            <a:endParaRPr lang="en-US" sz="1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319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5029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Kintamasis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Tipas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Aprašymas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state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tuple(9)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Lentelės pozicijos, 0 = tuščia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action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/ DOWN / LEFT / 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path_cost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Kiekvienas žingsnis =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GraphMapProblem – Rumunijos žemėlapis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9144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Pradinė: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"Arad"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2801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Galinė: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"Bucharest"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822960"/>
            <a:ext cx="3840480" cy="10972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9144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Būsena = miesto pavadinimas (string)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Kaina = bendras atstumas (int)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5+ būsenų schema (BFS medis)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657600" y="2560320"/>
            <a:ext cx="1828800" cy="411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657600" y="2560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Arad (d=0, c=0)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40480" y="29718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29718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0" y="2971800"/>
            <a:ext cx="0" cy="32004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291840"/>
            <a:ext cx="237744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720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Zerind (d=1, c=75)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83280" y="32918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Sibiu (d=1, c=140)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560320" cy="41148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9360" y="32918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Timisoara (d=1, c=118)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840480" y="37033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46320" y="37033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977640"/>
            <a:ext cx="2560320" cy="4114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Fagaras (d=2, c=239)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00400" y="3977640"/>
            <a:ext cx="2560320" cy="4114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200400" y="3977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Rimnicu (d=2, c=220)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977640"/>
            <a:ext cx="2377440" cy="411480"/>
          </a:xfrm>
          <a:prstGeom prst="rect">
            <a:avLst/>
          </a:prstGeom>
          <a:solidFill>
            <a:srgbClr val="14B8A6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09360" y="3977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Oradea (d=2, c=291)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554480" y="438912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4663440"/>
            <a:ext cx="2560320" cy="41148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274320" y="4663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Bucharest ✅ (d=3, c=450)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vs DFS – paieškos strategijos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393192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822960"/>
            <a:ext cx="3931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BFS – Paieška į plotį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FIFO eilė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Elementai pridedami gale,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imami iš priekio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frontier.append(child)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frontier.popleft()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Garantuoja trumpiausią kelią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Pilnas (visada randa)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❌ Didelė atmintis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Tvarka: A → B → C → D → E → F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(lygis po lygio)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3931920" cy="402336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822960"/>
            <a:ext cx="3931920" cy="45720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8686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DFS – Paieška į gylį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41732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2332"/>
                </a:solidFill>
              </a:rPr>
              <a:t>LIFO stekas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Elementai pridedami gale,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imami iš galo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frontier.append(child)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frontier.pop()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DC2626"/>
                </a:solidFill>
              </a:rPr>
              <a:t>❌ Negarantuoja trumpiausio kelio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Pilnas (su explored)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</a:rPr>
              <a:t>✅ Maža atmintis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Tvarka: A → C → F → B → E → 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(gilyn pirma, tada atgal)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Euristikos – paieškos pagreitinimas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– apytikslė kaina nuo dabartinės būsenos iki tikslo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384048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8872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EightPuzzle euristika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155448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Plytelės ne savo vietoje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Dabartinė:  (2,4,3,...)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Tikslinė:     (1,2,3,...)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≠  ≠  =  → h = 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1188720"/>
            <a:ext cx="3840480" cy="18288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188720"/>
            <a:ext cx="64008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GraphMap euristika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1554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Tiesioginis Euklido atstumas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iki tikslo (straight-line distance)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20640" y="21945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 = distance(current, goal)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Algoritmai naudojantys euristikas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61188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36576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Algoritmas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Formulė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Aprašymas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Best-First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f(n) = h(n)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 euristika – gali rasti ne optimalų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f(n) = g(n) + h(n)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Tikra kaina + euristika – optimalus!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f(n) = g(n)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 tikra kaina, be euristikos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AIMA architektūra – klasių struktūra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0" y="822960"/>
            <a:ext cx="36576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26080" y="914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(bazinė klasė)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23444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initial, goal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actions(state)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result(state, action)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goal_test(state)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path_cost()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246888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468880"/>
            <a:ext cx="0" cy="3657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834640"/>
            <a:ext cx="365760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EightPuzzle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tuple(9)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h(n): plytelės ne vietoje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actions: UP/DOWN/L/R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2834640"/>
            <a:ext cx="3657600" cy="137160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212080" y="29260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GraphProblem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24612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state: string (miestas)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h(n): Euklido atstumas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D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actions: kaimynai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0" y="4389120"/>
            <a:ext cx="3657600" cy="64008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0" y="4389120"/>
            <a:ext cx="64008" cy="640080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9" name="Text 17"/>
          <p:cNvSpPr/>
          <p:nvPr/>
        </p:nvSpPr>
        <p:spPr>
          <a:xfrm>
            <a:off x="2926080" y="43891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state, parent, action, path_cost, depth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Debug trasavimas – BFS žingsnis po žingsnio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77724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777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822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Sukuriamas uždavinys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1051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Node(state=(2,4,3,...), parent=None, depth=0)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46304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14630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1508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Sukuriama FIFO eilė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88720" y="1737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frontier = deque([node]),  explored = set()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48840"/>
            <a:ext cx="8229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4884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1488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2194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Pirmoji iteracija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2423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popleft() → expand → actions() → 2 vaikai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283464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28346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2880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Vaikai pridedami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108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goal_test(child) → False → frontier.append()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520440"/>
            <a:ext cx="64008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5204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3566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Ciklas tęsiasi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188720" y="3794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Kiekvienas mazgas tikrinamas lygis po lygio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4206240"/>
            <a:ext cx="64008" cy="5486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20624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88720" y="4251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Tikslas rastas!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188720" y="44805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goal_test() → True → .solution() → veiksmų seka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– dar neištirti mazgai  |  explored – jau aplankytos būsenos  |  expand() – generuoja vaikus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Savo uždavinys – Farmer Problem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Fermeris, lapė, višta ir grūdai – pervežimas per upę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097280"/>
            <a:ext cx="3840480" cy="13716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97280"/>
            <a:ext cx="64008" cy="13716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Būsena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tuple(4): (fermeris, lapė, višta, grūdai)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Reikšmės: 'L' (kairė) arba 'R' (dešinė)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Pradinė: ('L','L','L','L')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Galinė:    ('R','R','R','R')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840480" cy="137160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97280"/>
            <a:ext cx="64008" cy="13716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1188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Apribojimai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120640" y="146304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Lapė + višta be fermerio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lapė suės vištą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Višta + grūdai be fermerio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→ višta suės grūdus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Galimi veiksmai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19659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PLAUKTI_VIENAM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606040" y="2971800"/>
            <a:ext cx="19659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19" name="Text 17"/>
          <p:cNvSpPr/>
          <p:nvPr/>
        </p:nvSpPr>
        <p:spPr>
          <a:xfrm>
            <a:off x="260604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VEZTI_LAPE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71800"/>
            <a:ext cx="19659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VEZTI_VISTA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903720" y="2971800"/>
            <a:ext cx="1965960" cy="365760"/>
          </a:xfrm>
          <a:prstGeom prst="rect">
            <a:avLst/>
          </a:prstGeom>
          <a:solidFill>
            <a:srgbClr val="1A2332"/>
          </a:solidFill>
          <a:ln/>
        </p:spPr>
      </p:sp>
      <p:sp>
        <p:nvSpPr>
          <p:cNvPr id="23" name="Text 21"/>
          <p:cNvSpPr/>
          <p:nvPr/>
        </p:nvSpPr>
        <p:spPr>
          <a:xfrm>
            <a:off x="6903720" y="297180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VEZTI_GRUDUS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2044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Euristika: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kiek objektų dar kairėje ('L')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Naudoti Prompt'ai (Google Antigravity)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44348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1: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"padaryk šitą dalį: 1.4 Sukurti savo paieškos uždavinio sistemą..."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2: </a:t>
            </a:r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"gal padaryk geriau fermerio lapės vištos ir grūdų uždavinį, kiekvieną eilutę aprašyk"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Farmer Problem – BFS sprendimas (7 žingsniai)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77724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1188720"/>
                <a:gridCol w="1188720"/>
                <a:gridCol w="1188720"/>
                <a:gridCol w="1188720"/>
                <a:gridCol w="30175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#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Fermeris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Lapė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Višta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Grūdai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Veiksmas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VEZTI_VISTA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PLAUKTI_VIENAM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VEZTI_LAPE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VEZTI_VISTA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VEZTI_GRUDUS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PLAUKTI_VIENAM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KAIRĖ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VEZTI_VISTA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DEŠINĖ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596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TIKSLAS! ✅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Algoritmų palyginimas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02336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371600"/>
                <a:gridCol w="13716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Algoritmas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Žingsniai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Optimalus?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3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visada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A*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D94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Taip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303520" y="4206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Šiam uždaviniui visi algoritmai randa optimalų 7 žingsnių sprendimą, nes paieškos erdvė maža.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Apibendrinimas</a:t>
            </a:r>
            <a:endParaRPr lang="en-US" sz="3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630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– Išanalizuoti 2 uždaviniai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28016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EightPuzzle (BFS) ir GraphMapProblem (Rumunija) su būsenų schemomis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860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80160" y="2194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1.2 – BFS, DFS ir euristikos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280160" y="2514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eilė vs LIFO stekas; A* = g(n) + h(n) pagreitina paiešką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08960"/>
            <a:ext cx="320040" cy="3200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80160" y="3017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1.3 – Debug architektūra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1280160" y="3337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→ Node → expand() → frontier/explored ciklas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931920"/>
            <a:ext cx="320040" cy="32004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80160" y="3840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1.4 – Farmer Problem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280160" y="4160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Savo uždavinys su AIMA architektūra, BFS/DFS/A* sprendimai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2743200" y="4572000"/>
            <a:ext cx="365760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Jaroslav Vetrenko  •  Mantas Kubilius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Dirbtinis intelektas – Paieškos algoritmai</dc:title>
  <dc:subject>PptxGenJS Presentation</dc:subject>
  <dc:creator>Jaroslav Vetrenko, Mantas Kubilius</dc:creator>
  <cp:lastModifiedBy>Jaroslav Vetrenko, Mantas Kubilius</cp:lastModifiedBy>
  <cp:revision>1</cp:revision>
  <dcterms:created xsi:type="dcterms:W3CDTF">2026-02-22T23:02:48Z</dcterms:created>
  <dcterms:modified xsi:type="dcterms:W3CDTF">2026-02-22T23:02:48Z</dcterms:modified>
</cp:coreProperties>
</file>