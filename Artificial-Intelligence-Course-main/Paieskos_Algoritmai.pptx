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Dirbtinis Intelektas – Paieškos Algoritmai</a:t>
            </a:r>
          </a:p>
          <a:p>
            <a:pPr algn="ctr">
              <a:spcBef>
                <a:spcPts val="2000"/>
              </a:spcBef>
              <a:defRPr sz="2200">
                <a:solidFill>
                  <a:srgbClr val="00D2FF"/>
                </a:solidFill>
              </a:defRPr>
            </a:pPr>
            <a:r>
              <a:t>Užduotys 1.2 | 1.3 | 1.4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Projekto struktūra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EightPuzzle.py – 8 plytelių dėlionės uždavinys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GraphMapProblem.py – kelio paieška Rumunijos žemėlapyje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farmer.py – fermerio, lapės, vištos, grūdų uždavinys (1.4)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search.py – visi paieškos algoritmai + Problem / Node klasės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maps.py – žemėlapių duomenys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1.2 – EightPuzzle: kas tai?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3×3 lentelė su skaičiais 1–8 ir tuščia vieta (0)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Tikslas: stumiant plyteles pasiekti tvarkingą išdėstymą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Pradinė būsena: (2, 4, 3, 1, 5, 6, 7, 8, 0)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Galinė būsena:  (1, 2, 3, 4, 5, 6, 7, 8, 0)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Kintamieji: state (tuple), action (UP/DOWN/LEFT/RIGHT), depth, path_cost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EightPuzzle – kintamieji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Kintamasis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Tipas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Aprašymas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tuple(9)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Lentelės pozicijos, 0 = tuščia vieta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UP, DOWN, LEFT, RIGHT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path_cost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Žingsnių skaičius nuo pradžios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depth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Gylis paieškos medyje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EightPuzzle – sprendimo kelias (BFS)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Consolas"/>
              </a:defRPr>
            </a:pPr>
            <a:r>
              <a:t>Būsena 0 (PRADINĖ)  state=(2,4,3,1,5,6,7,8,0)  depth=0</a:t>
            </a:r>
            <a:br/>
            <a:r>
              <a:t>|2|4|3|    action="UP"</a:t>
            </a:r>
            <a:br/>
            <a:r>
              <a:t>|1|5|6|  ──────────►  Būsena 1: (2,4,3,1,5,0,7,8,6)   |2|4|3|</a:t>
            </a:r>
            <a:br/>
            <a:r>
              <a:t>|7|8| |                                                 |1|5| |</a:t>
            </a:r>
            <a:br/>
            <a:r>
              <a:t>                                                        |7|8|6|</a:t>
            </a:r>
            <a:br/>
            <a:r>
              <a:t>  action="LEFT"</a:t>
            </a:r>
            <a:br/>
            <a:r>
              <a:t>──────────►  Būsena 2: (2,4,3,1,0,5,7,8,6)  |2|4|3|</a:t>
            </a:r>
            <a:br/>
            <a:r>
              <a:t>                                              |1| |5|</a:t>
            </a:r>
            <a:br/>
            <a:r>
              <a:t>                                              |7|8|6|</a:t>
            </a:r>
            <a:br/>
            <a:r>
              <a:t>  action="UP" ► Būsena 3 ► action="LEFT" ► Būsena 4</a:t>
            </a:r>
            <a:br/>
            <a:br/>
            <a:r>
              <a:t>Būsena 4: (0,2,3,1,4,5,7,8,6)   | |2|3|</a:t>
            </a:r>
            <a:br/>
            <a:r>
              <a:t>                                  |1|4|5|</a:t>
            </a:r>
            <a:br/>
            <a:r>
              <a:t>  action="DOWN"                   |7|8|6|</a:t>
            </a:r>
            <a:br/>
            <a:r>
              <a:t>──────────►  Būsena 5: (1,2,3,0,4,5,7,8,6)  |1|2|3|</a:t>
            </a:r>
            <a:br/>
            <a:r>
              <a:t>                                              | |4|5|</a:t>
            </a:r>
            <a:br/>
            <a:r>
              <a:t>  ► RIGHT ► RIGHT ► DOWN                     |7|8|6|</a:t>
            </a:r>
            <a:br/>
            <a:br/>
            <a:r>
              <a:t>Būsena 8 (GALINĖ ✅): (1,2,3,4,5,6,7,8,0)  |1|2|3|</a:t>
            </a:r>
            <a:br/>
            <a:r>
              <a:t>                                              |4|5|6|</a:t>
            </a:r>
            <a:br/>
            <a:r>
              <a:t>                                              |7|8|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1.2 – GraphMapProblem: kas tai?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Kelio paieška tarp miestų Rumunijos žemėlapyje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Grafas su svoriais (atstumai tarp miestų km)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Pradinė būsena: state = "Arad"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Galinė būsena:  state = "Bucharest"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Kintamieji: state (miesto pavadinimas), action, path_cost, depth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GraphMapProblem – sprendimo kelias (BFS)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Consolas"/>
              </a:defRPr>
            </a:pPr>
            <a:r>
              <a:t>Būsena 0: state="Arad",      depth=0, path_cost=0</a:t>
            </a:r>
            <a:br/>
            <a:br/>
            <a:r>
              <a:t>  ├──► state="Zerind",     depth=1, cost=75</a:t>
            </a:r>
            <a:br/>
            <a:r>
              <a:t>  ├──► state="Sibiu",      depth=1, cost=140</a:t>
            </a:r>
            <a:br/>
            <a:r>
              <a:t>  └──► state="Timisoara",  depth=1, cost=118</a:t>
            </a:r>
            <a:br/>
            <a:br/>
            <a:r>
              <a:t>       Iš "Sibiu":</a:t>
            </a:r>
            <a:br/>
            <a:r>
              <a:t>       ├──► state="Fagaras",   depth=2, cost=239</a:t>
            </a:r>
            <a:br/>
            <a:r>
              <a:t>       ├──► state="Rimnicu",   depth=2, cost=220</a:t>
            </a:r>
            <a:br/>
            <a:r>
              <a:t>       └──► state="Oradea",    depth=2, cost=291</a:t>
            </a:r>
            <a:br/>
            <a:br/>
            <a:r>
              <a:t>            Iš "Fagaras":</a:t>
            </a:r>
            <a:br/>
            <a:r>
              <a:t>            └──► state="Bucharest",  depth=3, cost=450  ✅ TIKSLAS!</a:t>
            </a:r>
            <a:br/>
            <a:br/>
            <a:r>
              <a:t>Sprendimas: Arad → Sibiu → Fagaras → Bucharest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Paieška į plotį (BFS – Breadth-First 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Naudoja FIFO eilę (deque) – pirmas įėjo, pirmas išėjo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frontier.append(child) – deda į GALĄ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frontier.popleft() – ima iš PRIEKIO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Tikrina visas būsenas viename lygyje prieš einant giliau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Garantuoja trumpiausią kelią pagal žingsnių skaičių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Trūkumas: naudoja daug atminties (saugo visą lygį)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Paieška į gylį (DFS – Depth-First 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Naudoja LIFO steką (list) – paskutinis įėjo, pirmas išėjo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frontier.append(child) – deda į GALĄ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frontier.pop() – ima iš GALO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Eina kuo giliau, kol randa tikslą arba aklavietę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NEGARANTUOJA trumpiausio kelio!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Privalumas: naudoja mažai atminties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BFS vs DFS – palyginimas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Savybė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BFS (plotis)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DFS (gylis)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Duomenų struktūra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FIFO eilė (deque)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LIFO stekas (list)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Elementas imamas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popleft() – pirmas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pop() – paskutinis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Trumpiausias kelias?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Taip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❌ 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Atminties naudojimas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Didelis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Mažas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Pilnumas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Taip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✅ Taip (su explored)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Euristikos (Heuristics)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h(n) – apytikslė kaina nuo dabartinės būsenos iki tikslo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EightPuzzle: h = plytelių skaičius NE savo vietoje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GraphMap: h = tiesioginis atstumas (straight-line distance) iki tikslo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Greedy Best-First: f(n) = h(n) – tik euristika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A*: f(n) = g(n) + h(n) – tikra kaina + euristika (OPTIMALUS!)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Uniform Cost: f(n) = g(n) – tik tikra kaina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1.3 – AIMA architektūra: klasės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Problem – abstrakti bazinė klasė (initial, goal, actions, result)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EightPuzzle(Problem) – 3×3 dėlionės realizacija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GraphProblem(Problem) – kelio grafe realizacija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Node – paieškos medžio mazgas (state, parent, action, cost, depth)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Node.expand(problem) – generuoja vaikų mazgus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Node.solution() – grąžina veiksmų seką per parent grandinę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1.3 – EightPuzzle trasavimas (debug)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Consolas"/>
              </a:defRPr>
            </a:pPr>
            <a:r>
              <a:t>1. puzzle = EightPuzzle((2,4,3,1,5,6,7,8,0))</a:t>
            </a:r>
            <a:br/>
            <a:r>
              <a:t>   → Problem.__init__(initial=..., goal=(1,2,3,4,5,6,7,8,0))</a:t>
            </a:r>
            <a:br/>
            <a:br/>
            <a:r>
              <a:t>2. breadth_first_graph_search(puzzle)</a:t>
            </a:r>
            <a:br/>
            <a:r>
              <a:t>   → node = Node(state=(2,4,3,1,5,6,7,8,0), depth=0, cost=0)</a:t>
            </a:r>
            <a:br/>
            <a:r>
              <a:t>   → frontier = deque([node])</a:t>
            </a:r>
            <a:br/>
            <a:r>
              <a:t>   → explored = set()</a:t>
            </a:r>
            <a:br/>
            <a:br/>
            <a:r>
              <a:t>3. Iteracija 1: node = frontier.popleft()  ← state=(2,4,3,1,5,6,7,8,0)</a:t>
            </a:r>
            <a:br/>
            <a:r>
              <a:t>   → explored.add(state)</a:t>
            </a:r>
            <a:br/>
            <a:r>
              <a:t>   → node.expand(problem):</a:t>
            </a:r>
            <a:br/>
            <a:r>
              <a:t>     → actions() → blank=8, galimi: ['UP', 'LEFT']</a:t>
            </a:r>
            <a:br/>
            <a:r>
              <a:t>     → result(state, 'UP') → sukeičia [8] ir [5] → (2,4,3,1,5,0,7,8,6)</a:t>
            </a:r>
            <a:br/>
            <a:r>
              <a:t>     → child_node() → Node(state=..., parent=node, depth=1, cost=1)</a:t>
            </a:r>
            <a:br/>
            <a:r>
              <a:t>   → goal_test() → False</a:t>
            </a:r>
            <a:br/>
            <a:r>
              <a:t>   → frontier.append(child)</a:t>
            </a:r>
            <a:br/>
            <a:br/>
            <a:r>
              <a:t>... (BFS tęsiasi lygis po lygio) ...</a:t>
            </a:r>
            <a:br/>
            <a:br/>
            <a:r>
              <a:t>N. goal_test(child.state) == True → return child</a:t>
            </a:r>
            <a:br/>
            <a:r>
              <a:t>   → .solution() → ['UP','LEFT','UP','LEFT','DOWN','RIGHT','RIGHT','DOWN']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1.3 – GraphMapProblem trasavimas (debug)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5212080"/>
          </a:xfrm>
          <a:prstGeom prst="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Consolas"/>
              </a:defRPr>
            </a:pPr>
            <a:r>
              <a:t>1. switch_country_map("Romania")</a:t>
            </a:r>
            <a:br/>
            <a:r>
              <a:t>   → maps.romania_map_start = "Arad"</a:t>
            </a:r>
            <a:br/>
            <a:r>
              <a:t>   → maps.romania_map_goal = "Bucharest"</a:t>
            </a:r>
            <a:br/>
            <a:r>
              <a:t>   → maps.romania_map = UndirectedGraph({Arad: {Zerind:75, Sibiu:140, ...}})</a:t>
            </a:r>
            <a:br/>
            <a:br/>
            <a:r>
              <a:t>2. GraphProblem("Arad", "Bucharest", romania_map)</a:t>
            </a:r>
            <a:br/>
            <a:r>
              <a:t>   → self.initial = "Arad", self.goal = "Bucharest"</a:t>
            </a:r>
            <a:br/>
            <a:br/>
            <a:r>
              <a:t>3. breadth_first_graph_search(problem)</a:t>
            </a:r>
            <a:br/>
            <a:r>
              <a:t>   → node = Node(state="Arad", depth=0, cost=0)</a:t>
            </a:r>
            <a:br/>
            <a:br/>
            <a:r>
              <a:t>4. Iteracija 1: popleft() → "Arad"</a:t>
            </a:r>
            <a:br/>
            <a:r>
              <a:t>   → actions("Arad") → graph.get("Arad").keys() → ["Zerind","Sibiu","Timisoara"]</a:t>
            </a:r>
            <a:br/>
            <a:r>
              <a:t>   → child_node("Zerind") → cost = 0 + 75 = 75</a:t>
            </a:r>
            <a:br/>
            <a:r>
              <a:t>   → child_node("Sibiu")  → cost = 0 + 140 = 140</a:t>
            </a:r>
            <a:br/>
            <a:r>
              <a:t>   → frontier = [Zerind, Sibiu, Timisoara]</a:t>
            </a:r>
            <a:br/>
            <a:br/>
            <a:r>
              <a:t>5. Iteracija 2: popleft() → "Zerind" → vaikai: [Oradea]</a:t>
            </a:r>
            <a:br/>
            <a:r>
              <a:t>6. Iteracija 3: popleft() → "Sibiu"  → vaikai: [Fagaras, Rimnicu]</a:t>
            </a:r>
            <a:br/>
            <a:r>
              <a:t>...</a:t>
            </a:r>
            <a:br/>
            <a:r>
              <a:t>N. expand("Fagaras") → "Bucharest" → goal_test = True! 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1.4 – Savo uždavinys: Fermerio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Fermeris turi pervežti per upę: lapę, vištą ir grūdus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Valtyje telpa: fermeris + 1 daiktas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Lapė + višta be fermerio → lapė suės vištą ❌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Višta + grūdai be fermerio → višta suės grūdus ❌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Pradinė būsena: ('L','L','L','L') – visi kairėje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Galinė būsena: ('R','R','R','R') – visi dešinėje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Klasė FarmerProblem(Problem) – naudoja AIMA architektūrą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1.4 – Fermerio sprendimas (BFS, 7 žingsniai)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Žingsnis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Fermeris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Lapė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Višta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Grūdai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D2FF"/>
                          </a:solidFill>
                        </a:defRPr>
                      </a:pPr>
                      <a:r>
                        <a:t>Veiksmas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VEZTI_VISTA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PLAUKTI_VIENAM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VEZTI_LAPE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VEZTI_VISTA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VEZTI_GRUDUS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PLAUKTI_VIENAM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KAIRĖ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VEZTI_VISTA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DEŠINĖ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TIKSLAS! 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2FF"/>
                </a:solidFill>
              </a:defRPr>
            </a:pPr>
            <a:r>
              <a:t>1.4 – Naudoti Prompt'ai (Google Antigravity)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Prompt 1: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"gerai, padaryk dabar sita dali"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"1.4 Sukurti savo paieškos uždavinio sistemą naudojant aima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architektūrą bei Google Antigravity (neredaguoti koda,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parodyti atsiskaitymo metu tik Prompt'us)"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Prompt 2: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"gal padaryk geriau kita, kokia fermerio lapes vistos ir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grudu per upe uzdaviny. Tik koda kiekviena eilute aprasyk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ka daro, ir geriau kad koda galima butu pasileist"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Ačiū už dėmesį!</a:t>
            </a:r>
          </a:p>
          <a:p>
            <a:pPr algn="ctr">
              <a:spcBef>
                <a:spcPts val="2000"/>
              </a:spcBef>
              <a:defRPr sz="2200">
                <a:solidFill>
                  <a:srgbClr val="00D2FF"/>
                </a:solidFill>
              </a:defRPr>
            </a:pPr>
            <a:r>
              <a:t>Klausimai?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